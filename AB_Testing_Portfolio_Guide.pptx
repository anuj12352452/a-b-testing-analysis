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Analysis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Checkout Conversion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 Testing · Bayesian Analysis · Segmentation · Business Impact Quantification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517904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151790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294,478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Analysed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21408" y="2103120"/>
            <a:ext cx="1517904" cy="14813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2103120"/>
            <a:ext cx="151790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2194560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21408" y="27249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+ Treatment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85616" y="2103120"/>
            <a:ext cx="1517904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2103120"/>
            <a:ext cx="151790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2194560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0.625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85616" y="27249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 Result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2103120"/>
            <a:ext cx="1517904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103120"/>
            <a:ext cx="151790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2194560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9824" y="27249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P(Treat &gt; Ctrl)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14032" y="2103120"/>
            <a:ext cx="1517904" cy="1481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4032" y="2103120"/>
            <a:ext cx="1517904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2194560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£1.19M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14032" y="27249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Annual Lift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1168" y="4407408"/>
            <a:ext cx="8741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scipy  ·  pandas  ·  PostgreSQL  ·  plotly  ·  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A/B Testing &amp; Why It Matters in London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data-driven company in London runs experiments — this project shows you can design, run, and interpret them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66344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663440" cy="877824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554480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randomly splits users into two groups and measures whether a change causes a statistically significant improvement in a key metric. One group sees the original (Control). One group sees the new version (Treatment). Statistics tell us if the difference is real or just noise.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46634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hypothesis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04288" y="24871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H₀ and H₁ before you start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8254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2825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04288" y="28254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how many users you need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46634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1638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04288" y="31638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split traffic, collect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65576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5021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" y="3502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04288" y="35021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Contamination, SRM, novelty effect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46634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8404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" y="3840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04288" y="38404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+ Bayesian for full picture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42232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4178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178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" y="4178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04288" y="41788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iterate, or run longer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0" y="1170432"/>
            <a:ext cx="37033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1170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Business Problem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20640" y="1481328"/>
            <a:ext cx="3703320" cy="914400"/>
          </a:xfrm>
          <a:prstGeom prst="rect">
            <a:avLst/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48656" y="1554480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fintech company redesigned its checkout page. They believe the new design will lift conversions by at least 2%. Before rolling it out to 2 million monthly visitors, they run a controlled experiment. If the lift is real, the annual revenue impact is £1.19M. If not, engineering resources are wasted.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20640" y="2487168"/>
            <a:ext cx="37033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4871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sectors that hire for A/B testing skills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20640" y="2889504"/>
            <a:ext cx="37033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0368" y="2935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72784" y="293522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Monzo · Revolut · Starling · Wise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3227832"/>
            <a:ext cx="3703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0368" y="3273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72784" y="327355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 · Farfetch · Deliveroo · Just Eat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20640" y="3566160"/>
            <a:ext cx="37033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72784" y="361188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Google · Meta · Booking.com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0640" y="3904488"/>
            <a:ext cx="3703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0368" y="3950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72784" y="395020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· BCG · Deloitte · Accenture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20640" y="4242816"/>
            <a:ext cx="37033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30368" y="4288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AdTech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72784" y="428853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· ITV · The Trade Desk · GroupM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" y="4736592"/>
            <a:ext cx="8339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A/B testing is asked about in nearly every London product analytics, growth, and data science interview. Monzo, Revolut, and Deliveroo all include experiment design in their technical screens.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Experiment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Udacity A/B Test — 294,478 users — real experiment data from a US e-commerce site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66344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663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09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160934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Udacity A/B Test · kaggle.com/datasets/zhangluyuan/ab-testing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663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197510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294,478 user-visit records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663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340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234086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timestamp, group, converted, new_user, device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663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706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270662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(1 = purchase, 0 = no purchase)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663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072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4480" y="307238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type: mobile / desktop / tablet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4663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438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54480" y="343814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2024 – 23 Jul 2024 (205 days)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4663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803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54480" y="380390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— 147,239 control · 147,239 treatment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42816"/>
            <a:ext cx="46634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31596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Download: kaggle.com/datasets/zhangluyuan/ab-testing — free, no account needed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70432"/>
            <a:ext cx="37033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1170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Power Analysis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1481328"/>
            <a:ext cx="3703320" cy="713232"/>
          </a:xfrm>
          <a:prstGeom prst="rect">
            <a:avLst/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153619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New checkout has no effect on conversion rate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48656" y="173736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New checkout changes conversion rate (two-tailed)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48656" y="193852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MDE: 2% relative lift   |   α = 0.05   |   Power = 80%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2286000"/>
            <a:ext cx="37033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22860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Quality Checks (all passed ✓)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20640" y="2688336"/>
            <a:ext cx="37033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3792" y="272491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93792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68112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users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50608" y="27249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 in 294,478 rows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035808"/>
            <a:ext cx="3703320" cy="274320"/>
          </a:xfrm>
          <a:prstGeom prst="rect">
            <a:avLst/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93792" y="307238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93792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68112" y="30723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users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50608" y="30723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users in both control + treatment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3383280"/>
            <a:ext cx="37033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93792" y="341985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93792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68112" y="3419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ratio mismatch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50608" y="341985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50/50 split — no randomiser bug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20640" y="3730752"/>
            <a:ext cx="3703320" cy="274320"/>
          </a:xfrm>
          <a:prstGeom prst="rect">
            <a:avLst/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3792" y="376732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68112" y="3767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150608" y="37673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across all columns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20640" y="4096512"/>
            <a:ext cx="370332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0368" y="415137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144,740 per group   |   Actual: 147,239   |   ✓ Powered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Frequentist + Bayesian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frameworks, one conclusion: insufficient evidence to ship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18653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52144"/>
            <a:ext cx="1865376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618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16733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Conv.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48256" y="1152144"/>
            <a:ext cx="18653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90320000" dist="322580000" dir="486000000000">
              <a:srgbClr val="000000">
                <a:alpha val="9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48256" y="1152144"/>
            <a:ext cx="1865376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2618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48256" y="16733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Conv.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22192" y="1152144"/>
            <a:ext cx="18653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6387064000000" dist="4096766000000" dir="29160000000000000">
              <a:srgbClr val="000000">
                <a:alpha val="9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152144"/>
            <a:ext cx="186537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2618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0.625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22192" y="16733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(not sig)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96128" y="1152144"/>
            <a:ext cx="18653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8115712800000000" dist="52028928200000000" dir="1.7496e+21">
              <a:srgbClr val="000000">
                <a:alpha val="9000000000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96128" y="1152144"/>
            <a:ext cx="186537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12618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96128" y="16733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P(Treat&gt;Ctrl) Bayes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70064" y="1152144"/>
            <a:ext cx="18653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4306955256e+21" dist="660767388140000000000" dir="1.04976e+26">
              <a:srgbClr val="000000">
                <a:alpha val="9e+23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70064" y="1152144"/>
            <a:ext cx="1865376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2618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£1.19M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70064" y="16733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Annual Impact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066544"/>
            <a:ext cx="420624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0665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 Z-Test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450592"/>
            <a:ext cx="4206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496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proportion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93392" y="24963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0.1197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788920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2834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93392" y="2834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0.001196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127248"/>
            <a:ext cx="4206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1729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Z-statistic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93392" y="3172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0.4883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465576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511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93392" y="3511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0.6254  (not significant)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803904"/>
            <a:ext cx="4206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849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diff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993392" y="38496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[-0.18%, +0.29%]  — spans zero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142232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4187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993392" y="4187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066544"/>
            <a:ext cx="41605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20665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Analysis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63440" y="2450592"/>
            <a:ext cx="41605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2496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82512" y="249631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Beta(1,1) — uniform, no prior belief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2788920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2834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82512" y="283464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samples from posterior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3127248"/>
            <a:ext cx="41605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31729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 &gt; C)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82512" y="317296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68.81%  — below 95% threshold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63440" y="346557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91456" y="3511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lift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82512" y="351129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+0.0584%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63440" y="3803904"/>
            <a:ext cx="41605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3849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Credible int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382512" y="384962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[-0.18%, +0.29%]  — spans zero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63440" y="4142232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91456" y="4187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382512" y="418795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SHIP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4498848"/>
            <a:ext cx="8595360" cy="420624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" y="455371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Both frameworks agree — the result is inconclusive. Agreement between frequentist and Bayesian is a sign of analytical rigour, not failure. This is what a real null result looks like.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— 6 Steps from Raw Data to Decision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statistical method used in this project — with working Python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3566983317512e+25" dist="8.391745829378e+24" dir="6.29856e+30">
              <a:srgbClr val="000000">
                <a:alpha val="9e+2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307592"/>
            <a:ext cx="338328" cy="3383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3075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Validate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402336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64592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numpy as np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pd.read_csv("ab_data.csv")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for contamination — critical first step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dupes = df.groupby("user_id")["group"].nunique()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contaminated = (dupes &gt; 1).sum()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print(f"Contaminated: {contaminated}")  # Must be 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Ratio Mismatch check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print(df.groupby("group").size())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2630068813240236e+29" dist="1.0657517203310059e+29" dir="3.779136e+35">
              <a:srgbClr val="000000">
                <a:alpha val="8.999999999999999e+3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7043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307592"/>
            <a:ext cx="338328" cy="3383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3075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29844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(Frequentist)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609344"/>
            <a:ext cx="402336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64592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norm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n_c, n_t = group_sizes["control"], group_sizes["treatment"]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df[df.group=="control"]["converted"].sum()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= df[df.group=="treatment"]["converted"].sum()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cr_c, cr_t = x_c/n_c, x_t/n_t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p_pool = (x_c + x_t) / (n_c + n_t)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    = np.sqrt(p_pool*(1-p_pool)*(1/n_c + 1/n_t))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    = (cr_t - cr_c) / 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  = 2 * (1 - norm.cdf(abs(z)))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print(f"z={z:.4f}  p={p_val:.4f}")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41401873928151e+33" dist="1.3535046848203775e+33" dir="2.2674816e+40">
              <a:srgbClr val="000000">
                <a:alpha val="9e+3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5059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2587752"/>
            <a:ext cx="338328" cy="3383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5877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57860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889504"/>
            <a:ext cx="402336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92608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statsmodels.stats.power import NormalIndPower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target_lift = 0.02   # detect a 2% relative lift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 = (target_lift * cr_c) / np.sqrt(cr_c*(1-cr_c))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n_req = NormalIndPower().solve_power(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effect_size=effect, alpha=0.05,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power=0.80, alternative="two-sided"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print(f"Required per group: {int(n_req):,}")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709160" y="245059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875803798887518e+37" dist="1.7189509497218795e+37" dir="1.36048896e+45">
              <a:srgbClr val="000000">
                <a:alpha val="9e+43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45059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587752"/>
            <a:ext cx="338328" cy="3383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5877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57860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889504"/>
            <a:ext cx="402336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92608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z95 = norm.ppf(0.975)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Per-group CIs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grp, p, n in [("Control",cr_c,n_c),("Treatment",cr_t,n_t)]: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 = z95 * np.sqrt(p*(1-p)/n)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print(f"{grp}: {p:.4%} [{p-margin:.4%}, {p+margin:.4%}]")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 for the difference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se_diff = np.sqrt(cr_c*(1-cr_c)/n_c + cr_t*(1-cr_t)/n_t)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ci_lo   = (cr_t-cr_c) - z95*se_diff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ci_hi   = (cr_t-cr_c) + z95*se_diff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print(f"Diff CI: [{ci_lo:.4%}, {ci_hi:.4%}]")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74320" y="373075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732270824587148e+41" dist="2.183067706146787e+41" dir="8.16293376e+49">
              <a:srgbClr val="000000">
                <a:alpha val="9e+48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3075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" y="3867912"/>
            <a:ext cx="338328" cy="3383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8679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85876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A/B Test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169664"/>
            <a:ext cx="402336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20624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Beta-Binomial conjugate model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Prior: Beta(1,1) = uniform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alpha_c, beta_c = 1+x_c, 1+(n_c-x_c)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alpha_t, beta_t = 1+x_t, 1+(n_t-x_t)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Monte Carlo simulation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s_c = np.random.beta(alpha_c, beta_c, 500_000)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 = np.random.beta(alpha_t, beta_t, 500_000)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prob_better = (s_t &gt; s_c).mean()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print(f"P(treatment &gt; control): {prob_better:.2%}")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Decision: ship if ≥ 95%, else run longer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709160" y="373075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089983947225678e+46" dist="2.7724959868064195e+45" dir="4.897760256e+54">
              <a:srgbClr val="000000">
                <a:alpha val="9e+53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3075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867912"/>
            <a:ext cx="338328" cy="3383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8679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85876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Analysis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4169664"/>
            <a:ext cx="402336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420624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Does result hold for all segments?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seg in ["device", "new_user"]: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 = (df.groupby([seg, "group"])["converted"]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.mean()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.unstack()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.assign(lift=lambda d: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(d["treatment"]-d["control"])/d["control"]*100)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{seg}:")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print(pivot.round(4))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 for: one segment positive, another negative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274320" y="4663440"/>
            <a:ext cx="859536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4700016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"What's your process for running an A/B test?" — Walk through these 6 steps in order. Most candidates stop at step 2. Steps 3–6 are what get you hired.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Novelty Effect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null result — but mobile shows a positive trend worth investigating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074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by Device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50749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25296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84832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7792" y="1609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6093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5074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975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Desktop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25296" y="1975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11.88%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84832" y="1975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11.89%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07792" y="19751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19751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— desktop users unaffected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5074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340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25296" y="2340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11.97%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84832" y="2340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07792" y="23408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+0.61%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23408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 — recommend mobile re-test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5074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Tablet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25296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11.93%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84832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12.07%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07792" y="27066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+1.23%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66160" y="270662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— noisy, treat with caution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127248"/>
            <a:ext cx="5074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1272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by User Type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511296"/>
            <a:ext cx="50749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566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36192" y="35661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35661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49040" y="35661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877056"/>
            <a:ext cx="5074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931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Returning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536192" y="393192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11.85%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51760" y="393192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11.94%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49040" y="3931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+0.71%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242816"/>
            <a:ext cx="5074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4297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New User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536192" y="429768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12.01%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51760" y="429768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12.05%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749040" y="4297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663440"/>
            <a:ext cx="507492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4736592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Mobile + tablet = 69% of traffic. A mobile-focused re-test is the clearest next action from this analysis.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32120" y="1170432"/>
            <a:ext cx="329184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41848" y="1170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Effect — NOT Detected 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532120" y="1481328"/>
            <a:ext cx="3291840" cy="107899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41848" y="1554480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novelty effect inflates early results because users explore new designs out of curiosity. It decays over time.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by comparing first-week lift vs last-week lift. Both were stable and consistent throughout the 205-day experiment. The null result is genuine, not caused by initial novelty decaying.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532120" y="2651760"/>
            <a:ext cx="329184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41848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Checklist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32120" y="3035808"/>
            <a:ext cx="329184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23560" y="308152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23560" y="3081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16168" y="3090672"/>
            <a:ext cx="17117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sufficient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441387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147K ≥ 145K required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32120" y="3383280"/>
            <a:ext cx="329184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23560" y="3429000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23560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16168" y="3438144"/>
            <a:ext cx="17117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clean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441387" y="34381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contaminated users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532120" y="3730752"/>
            <a:ext cx="329184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23560" y="377647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23560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916168" y="3785616"/>
            <a:ext cx="17117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novelty effect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441387" y="37856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stable throughout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532120" y="4078224"/>
            <a:ext cx="329184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23560" y="412394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23560" y="4123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16168" y="4133088"/>
            <a:ext cx="17117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p &lt; 0.05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441387" y="41330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0.625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532120" y="4425696"/>
            <a:ext cx="329184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23560" y="447141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23560" y="4471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16168" y="4480560"/>
            <a:ext cx="17117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excludes zero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441387" y="44805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[-0.18%, +0.29%]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532120" y="4773168"/>
            <a:ext cx="329184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23560" y="481888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23560" y="4818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16168" y="4828032"/>
            <a:ext cx="17117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≥ 95%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441387" y="482803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 &lt; 95% threshold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532120" y="4663440"/>
            <a:ext cx="32918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41848" y="48097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NOT SHIP — 3 of 6 checks failed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 answer "is it real?" — this slide answers "what should we do?"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66344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(if lift were real)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6634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00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visitors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33472" y="1600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2,000,000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33472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£85.00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46634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295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monthly rev.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33472" y="2295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£20,295,302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642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design monthly rev.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33472" y="2642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£20,394,597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466344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990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difference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33472" y="2990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+£99,295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66344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difference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33472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+£1,191,532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75888"/>
            <a:ext cx="4663440" cy="420624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730752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assumes the lift is real. It is not statistically confirmed. Treat as ceiling estimate.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1170432"/>
            <a:ext cx="37033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170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1554480"/>
            <a:ext cx="37033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93792" y="170078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14416" y="16093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mobile-focused A/B test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14416" y="188366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showed +0.61% lift — the strongest signal. A mobile-only test with ~580K mobile users would be powered within 4–6 weeks.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2377440"/>
            <a:ext cx="3703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93792" y="252374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14416" y="2432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checkout funnel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14416" y="270662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funnel analysis to identify where users drop off. Stats tell you if something changed — funnel tells you where.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20640" y="3200400"/>
            <a:ext cx="37033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93792" y="334670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14416" y="325526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research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14416" y="352958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 user sessions on both designs. A/B testing tells you IF, not WHY. Qualitative answers the WHY.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20640" y="4023360"/>
            <a:ext cx="3703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93792" y="416966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614416" y="407822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 future tests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14416" y="435254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primary metric and stopping rule before launch. Changing metrics mid-test inflates false positive rates.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187952"/>
            <a:ext cx="859536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4261104"/>
            <a:ext cx="8339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"I recommended not shipping because the evidence was insufficient — but I used the segmentation to propose a focused mobile re-test with a specific hypothesis." This is senior-level thinking at an analyst interview.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Answers — The Questions You Will Get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A/B testing interviews follow a predictable pattern — here are the answers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08427961297661e+50" dist="3.5210699032441527e+49" dir="2.9386561536e+59">
              <a:srgbClr val="000000">
                <a:alpha val="9.000000000000001e+5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70432"/>
            <a:ext cx="530352" cy="1152144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61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7824" y="12618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 p-value?"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77824" y="1572768"/>
            <a:ext cx="3493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is the probability of seeing a result at least as extreme as ours, assuming the null hypothesis is true. A p-value of 0.625 means there is a 62.5% chance we'd see this difference just by random chance if the designs were identical. It's not the probability that H₀ is true.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7887035108480297e+54" dist="4.471758777120074e+53" dir="1.76319369216e+64">
              <a:srgbClr val="000000">
                <a:alpha val="9e+6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7043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70432"/>
            <a:ext cx="530352" cy="1152144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61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12664" y="12618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difference between frequentist and Bayesian A/B testing?"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312664" y="1572768"/>
            <a:ext cx="3493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 asks "is this result statistically significant?" and gives a p-value. Bayesian asks "given the data, how probable is it that treatment is better?" and gives a direct probability. I used both — they agreed, which strengthens the conclusion.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170432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2716534587769977e+58" dist="5.679133646942494e+57" dir="1.057916215296e+69">
              <a:srgbClr val="000000">
                <a:alpha val="9e+6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17043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170432"/>
            <a:ext cx="530352" cy="1152144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261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7824" y="12618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 novelty effect and how do you detect it?"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77824" y="1572768"/>
            <a:ext cx="3493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novelty effect inflates early results because users engage more with a new design out of curiosity. It decays over time. I detect it by comparing first-week conversion lift to last-week lift. In this experiment, both were stable — no novelty effect.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432304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8849998926467873e+62" dist="7.212499731616968e+61" dir="6.347497291776e+73">
              <a:srgbClr val="000000">
                <a:alpha val="9.000000000000001e+7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32304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432304"/>
            <a:ext cx="530352" cy="1152144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5237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12664" y="25237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check for sample ratio mismatch?"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312664" y="2834640"/>
            <a:ext cx="3493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means the actual group split doesn't match the intended split. It indicates a broken randomiser — users may not be truly randomly assigned, invalidating the whole experiment. I check it first, before any statistical analysis.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432304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66394986366142e+66" dist="9.15987465915355e+65" dir="3.8084983750656e+78">
              <a:srgbClr val="000000">
                <a:alpha val="9.000000000000002e+78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432304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432304"/>
            <a:ext cx="530352" cy="1152144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5237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77824" y="25237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new design was better on mobile. Should you ship it?"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77824" y="2834640"/>
            <a:ext cx="3493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 can't make that conclusion without a separate mobile-specific test. The segment analysis was exploratory. Treating a segment result as confirmatory inflates the false positive rate. I'd use it to design a new experiment with mobile as the primary segment.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2432304"/>
            <a:ext cx="42062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653216326850003e+70" dist="1.1633040817125008e+70" dir="2.28509902503936e+83">
              <a:srgbClr val="000000">
                <a:alpha val="9.000000000000002e+83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432304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432304"/>
            <a:ext cx="530352" cy="1152144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5237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312664" y="25237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would you explain this result to a non-technical CEO?"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312664" y="2834640"/>
            <a:ext cx="3493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ran a fair test with 294,000 users. The new checkout was marginally better, but we can't rule out that the difference was just random chance. We recommend a targeted test on mobile users, where the improvement signal was strongest. Running a bad experiment costs more than running a good one."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SQL Queries — From Data Load to Decision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 London DS technical test might ask about A/B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4358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overview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sanity — group sizes, dates, total conversions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92224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86537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check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1031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both groups — must be zero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14016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48716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+ 95% CI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272491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confidence interval in 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3580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35808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089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&amp; relative lift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34670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to compare the two rates side-by-side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5760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7307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in SQL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3968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proportion, SE, and z-statistic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27939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279392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35254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" y="45902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DATE_TRUNC and pivot for novelty effect check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117043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170432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124358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segmentation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49240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device with CASE pivot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79222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1792224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186537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segmentation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49240" y="21031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returning conversion comparison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2414016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414016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248716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cohort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49240" y="272491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DATE_TRUNC week to track experiment over time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303580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3035808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49240" y="31089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check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49240" y="334670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randomiser bugs via expected vs actual split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365760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365760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37307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349240" y="3968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calculation inside a SQL query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427939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9160" y="4279392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49240" y="435254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summary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349240" y="45902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Single-query executive view with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&amp; GitHub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built — and how to publish it for London recruiters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6400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43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ab_testing_analysis.py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99616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analysis — 11 sections, 6 charts, Frequentist + Bayesian + segmentation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64008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01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ab_testing_sql_queries.sql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157984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SQL queries covering every aspect of A/B test analysis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87168"/>
            <a:ext cx="64008" cy="5852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60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AB_Testing_Analysis_Report.docx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816352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professional Word report with embedded charts, tables, and recommendations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45536"/>
            <a:ext cx="64008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18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ab_testing_dashboard.html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74720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4 Chart.js charts, KPI row, decision checklist, segment 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03904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03904"/>
            <a:ext cx="64008" cy="5852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770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4133088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 written for recruiters — what you tested, results, tools, how to run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517136"/>
            <a:ext cx="859536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4553712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hook: "I ran an A/B test on a checkout redesign for 294,000 users. Result: inconclusive — p = 0.625. But the segmentation found mobile users responded best (+0.61%). My recommendation: run a mobile-specific test. Numbers in comments."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Proves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most London candidates can't demonstrate in a single portfolio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70432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26187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2252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 thinking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8132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power analysis, MDE — you designed the test, not just analysed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822960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73936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186537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8483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 + Bayesian + CI + power — you used multiple frameworks and agreed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5303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54864" cy="5303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2468880"/>
            <a:ext cx="329184" cy="32918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432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Quality-first mindset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68833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check, SRM, novelty effect — you validated before you analysed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980944"/>
            <a:ext cx="822960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80944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307238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035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29184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£1.19M impact, mobile re-test recommendation — stats become decisions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84448"/>
            <a:ext cx="822960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84448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" y="367588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36393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null result handling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389534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spin a non-significant result. You explained why and what to do next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1168" y="4407408"/>
            <a:ext cx="8741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scipy · PostgreSQL · plotly · Statistical Testing · London Data Science Portfolio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2026-03-06T07:13:44Z</dcterms:created>
  <dcterms:modified xsi:type="dcterms:W3CDTF">2026-03-06T07:13:44Z</dcterms:modified>
</cp:coreProperties>
</file>